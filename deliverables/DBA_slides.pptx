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Dataset Bottleneck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CCFF"/>
                </a:solidFill>
              </a:rPr>
              <a:t>Quantifying the Reconstruction Gap for AI-Era Biosecurity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ADD"/>
                </a:solidFill>
              </a:rPr>
              <a:t>AIxBio Hackathon  ·  April 24–26, 2026  ·  Track: AI Biosecurity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4F37"/>
                </a:solidFill>
              </a:rPr>
              <a:t>Key result:  ESM-2 reveals 13.2× higher reconstruction risk than BLAST-style 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Toxin ESM-2 R = 0.873  ·  98.6% coverage  ·  32× k-mer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AADD"/>
                </a:solidFill>
              </a:rPr>
              <a:t>github.com/Ogak-AI/DBA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Current screening assumes BLAST-era adversaries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394960" cy="51206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How biosecurity screening works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1. Synthesis order submitted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04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2. Sequences compared vs restricted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437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3. BLAST-style k-mer identity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826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4. Order blocked if similarity &gt;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216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Threshold calibrated on sequence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994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F37"/>
                </a:solidFill>
              </a:rPr>
              <a:t>-&gt; assumes adversary does copy-paste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What AI adversaries can actually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• Protein language models (ESM-2, ESM-3)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  encode functional &amp; structural 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609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083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• Two sequences can share &lt; 30%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558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  yet fold into the same structure 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  perform the same biochemical 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507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982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• An adversary needs functional 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457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  — not sequence 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932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4067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94F37"/>
                </a:solidFill>
              </a:rPr>
              <a:t>-&gt;  BLAST thresholds miss this entirely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213E"/>
                </a:solidFill>
              </a:rPr>
              <a:t>Core question: Does restricting sequences actually create a meaningful information barrier?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DBA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Measuring reconstruction gap with bootstrap-validated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46888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D1
(Restricted)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CCFF"/>
                </a:solidFill>
              </a:rPr>
              <a:t>1,698 seqs
UniProt Swiss-Prot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94F37"/>
                </a:solidFill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463040"/>
            <a:ext cx="246888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 Representations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CCFF"/>
                </a:solidFill>
              </a:rPr>
              <a:t>K-mer · Projection · ESM-2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94F37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463040"/>
            <a:ext cx="246888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9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Redundancy Score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CCFF"/>
                </a:solidFill>
              </a:rPr>
              <a:t>Coverage@τ + norm_MSE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94F37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246888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Policy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CCFF"/>
                </a:solidFill>
              </a:rPr>
              <a:t>R ± 95% CI per 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</a:rPr>
              <a:t>Redundancy Score:   R = 0.5 × Coverage@τ  +  0.5 × (1 − norm_MSE)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11247120" cy="502920"/>
          </a:xfrm>
          <a:prstGeom prst="rect">
            <a:avLst/>
          </a:prstGeom>
          <a:noFill/>
          <a:ln w="127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Coverage@τ  =  fraction of D1 seqs with nearest-neighbour similarity ≥ τ in D2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92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norm_MSE    =  MSE(x, x̂_NN) / MSE(x, x̂_random)   — NN reconstruction vs random-retrieval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R -&gt; 1  :  D1 broadly reconstructable from D2  (restriction creates minimal barrier)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R -&gt; 0  :  D1 genuinely unique  (restriction is a real information bottleneck)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6213E"/>
                </a:solidFill>
              </a:rPr>
              <a:t>Cluster-aware split: whole k-mer clusters assigned exclusively to D1 or D2 — no within-family leakage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Main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4,844 UniProt Swiss-Prot proteins · cluster-aware split · D1=1,698 · D2=3,146</a:t>
            </a:r>
          </a:p>
        </p:txBody>
      </p:sp>
      <p:pic>
        <p:nvPicPr>
          <p:cNvPr id="5" name="Picture 4" descr="represent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303520" cy="34094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371600"/>
            <a:ext cx="5943600" cy="5212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4630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Key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65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K-mer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965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0.064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965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213E"/>
                </a:solidFill>
              </a:rPr>
              <a:t>[0.062, 0.067]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13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213E"/>
                </a:solidFill>
              </a:rPr>
              <a:t>0%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88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Projection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889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0.209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788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213E"/>
                </a:solidFill>
              </a:rPr>
              <a:t>[0.204, 0.213]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13639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213E"/>
                </a:solidFill>
              </a:rPr>
              <a:t>0.06%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6118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94F37"/>
                </a:solidFill>
              </a:rPr>
              <a:t>ESM-2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61187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94F37"/>
                </a:solidFill>
              </a:rPr>
              <a:t>0.847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6118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213E"/>
                </a:solidFill>
              </a:rPr>
              <a:t>[0.838, 0.855]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9593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213E"/>
                </a:solidFill>
              </a:rPr>
              <a:t>95.5%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977639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E94F37"/>
                </a:solidFill>
              </a:rPr>
              <a:t>13.2×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</a:rPr>
              <a:t>ESM-2 / K-mer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6213E"/>
                </a:solidFill>
              </a:rPr>
              <a:t>Wilcoxon p ≈ 0  (n = 1,698)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6213E"/>
                </a:solidFill>
              </a:rPr>
              <a:t>AI threat multiplier: a language-model adversary has 13.2× more reconstruction leverage than BLAST assumes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Coverage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Fraction of D1 sequences recoverable at each similarity threshold</a:t>
            </a:r>
          </a:p>
        </p:txBody>
      </p:sp>
      <p:pic>
        <p:nvPicPr>
          <p:cNvPr id="5" name="Picture 4" descr="coverage_vs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371600"/>
            <a:ext cx="3657600" cy="5212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Reading the curve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6596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94F37"/>
                </a:solidFill>
              </a:rPr>
              <a:t>At τ = 0.90: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267712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94F37"/>
                </a:solidFill>
              </a:rPr>
              <a:t>  K-mer -&gt; 0%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569464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94F37"/>
                </a:solidFill>
              </a:rPr>
              <a:t>  ESM-2 -&gt; 95.5%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871215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17296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Current screening operates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7472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at τ ≈ 0.35–0.50 in cosine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76472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similarity terms.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078224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379976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At that range, 15–30% 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8172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restricted sequences have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98348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94F37"/>
                </a:solidFill>
              </a:rPr>
              <a:t>recoverable ESM-2 analogue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285232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in the public corpus.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586983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888736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94F37"/>
                </a:solidFill>
              </a:rPr>
              <a:t>Correct τ for ESM-2 &lt;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19048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coverage: τ ≈ 0.95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False Signal: Toxin Proteins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K-mer and ESM-2 give completely opposite risk rankings</a:t>
            </a:r>
          </a:p>
        </p:txBody>
      </p:sp>
      <p:pic>
        <p:nvPicPr>
          <p:cNvPr id="5" name="Picture 4" descr="toxin_vs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303520" cy="36716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371600"/>
            <a:ext cx="594360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087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4FF88"/>
                </a:solidFill>
              </a:rPr>
              <a:t>K-mer says:  TOXINS ARE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Random Swiss-Prot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FF88"/>
                </a:solidFill>
              </a:rPr>
              <a:t>R = 0.064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Toxin proteins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FF88"/>
                </a:solidFill>
              </a:rPr>
              <a:t>R = 0.023  (−64%)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2918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94F37"/>
                </a:solidFill>
              </a:rPr>
              <a:t>⬇  ESM-2 says:  TOXINS ARE MORE RISKY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Random Swiss-Prot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840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F37"/>
                </a:solidFill>
              </a:rPr>
              <a:t>R = 0.847   95.5% cov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Toxin proteins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343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F37"/>
                </a:solidFill>
              </a:rPr>
              <a:t>R = 0.873   98.6% cov  (+3%)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9834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E94F37"/>
                </a:solidFill>
              </a:rPr>
              <a:t>32×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623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toxin ESM-2 / K-mer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4F37"/>
                </a:solidFill>
              </a:rPr>
              <a:t>K-mer screening inverts the true toxin risk ranking — the most dangerous category appears safest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95.5% Coverage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ESM-2 nearest-neighbour similarity distribution</a:t>
            </a:r>
          </a:p>
        </p:txBody>
      </p:sp>
      <p:pic>
        <p:nvPicPr>
          <p:cNvPr id="5" name="Picture 4" descr="similarity_histogram_esm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3719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371600"/>
            <a:ext cx="3383280" cy="5212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96596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Peak at similarity ≈ 0.97: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6771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most restricted sequences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569464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have a near-identical ESM-2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871215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match in the public corpus.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17296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47472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At τ = 0.90 (dashed):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77647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95.5% fall to the right.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078224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379976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An adversary queries D2 with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68172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ESM-2 and finds a functional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98348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scaffold for essentially every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28523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restricted sequence.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586983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888736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This is not similarity noise 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19048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it is functional proximity.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Validation &amp;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Multiple checks confirm the results are genuine</a:t>
            </a:r>
          </a:p>
        </p:txBody>
      </p:sp>
      <p:pic>
        <p:nvPicPr>
          <p:cNvPr id="5" name="Picture 4" descr="validation_sanity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120640" cy="3840480"/>
          </a:xfrm>
          <a:prstGeom prst="rect">
            <a:avLst/>
          </a:prstGeom>
        </p:spPr>
      </p:pic>
      <p:pic>
        <p:nvPicPr>
          <p:cNvPr id="6" name="Picture 5" descr="size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943600" cy="33432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846320"/>
            <a:ext cx="539496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3460"/>
                </a:solidFill>
              </a:rPr>
              <a:t>✓ Sanity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138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HIGH (D1⊂D2): R=0.905 ≈ 1.0
LOW (disjoint): R=0.144 ≈ 0.0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846320"/>
            <a:ext cx="539496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3460"/>
                </a:solidFill>
              </a:rPr>
              <a:t>✓ Null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5138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Column-permuted D2 -&gt; real signal confirmed
(ESM-2 real−null = +0.436)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577840"/>
            <a:ext cx="539496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6235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3460"/>
                </a:solidFill>
              </a:rPr>
              <a:t>✓ Bootstrap 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870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n=50–200 resamples; CIs narrow
(ESM-2: [0.838, 0.855])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5577840"/>
            <a:ext cx="539496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56235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3460"/>
                </a:solidFill>
              </a:rPr>
              <a:t>✓ Held-out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5870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Full D1 R=0.065 ≈ held-out 10% R=0.065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309360"/>
            <a:ext cx="539496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355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3460"/>
                </a:solidFill>
              </a:rPr>
              <a:t>✓ Wilcoxon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K-mer vs ESM-2: p ≈ 0 (n=1,698)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6309360"/>
            <a:ext cx="539496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6355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3460"/>
                </a:solidFill>
              </a:rPr>
              <a:t>✓ Size 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6601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Scores plateau at |D1| ≈ 200–400;
results stable across dataset sizes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Policy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Concrete recommendations for screening programme designers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12880" cy="5212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4864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Replace BLAST thresholds with embedding-based thresholds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213E"/>
                </a:solidFill>
              </a:rPr>
              <a:t>At τ = 0.90, k-mer -&gt; 0% coverage; ESM-2 -&gt; 95.5%. The threshold must be re-calibrated in embedding space to maintain equivalent security.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54864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611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Run DBA before deploying any new screening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213E"/>
                </a:solidFill>
              </a:rPr>
              <a:t>5 steps: define D1, run core pipeline, read coverage curve, run ESM-2, document the ratio. If ESM-2/K-mer &gt; 5×, thresholds need upgrading.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54864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303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834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Treat toxin categories as highest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213E"/>
                </a:solidFill>
              </a:rPr>
              <a:t>K-mer suggests toxins are safer than average (R=0.023). ESM-2 shows they are more reconstructable (R=0.873, 98.6% coverage). This inversion is specific to functional families under evolutionary selection pressure.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✓  13.2× AI threat multiplier confirmed on 4,844 real proteins (full corpus, CPU, 22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✓  Toxin screening false signal: K-mer R=0.023 (appears safe) -&gt; ESM-2 R=0.873, 98.6%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✓  DBA is a practical pre-deployment audit tool — open-source, no GPU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CFF"/>
                </a:solidFill>
              </a:rPr>
              <a:t>• Integration with SecureDNA screening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25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CFF"/>
                </a:solidFill>
              </a:rPr>
              <a:t>• Wet-lab validation of ESM-2 functional proximity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7258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CFF"/>
                </a:solidFill>
              </a:rPr>
              <a:t>• Scale to full UniProt Swiss-Prot (~570K entries)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00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CFF"/>
                </a:solidFill>
              </a:rPr>
              <a:t>• Larger ESM-2 models (650M, ESM-3)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6752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CFF"/>
                </a:solidFill>
              </a:rPr>
              <a:t>• Extend false-signal analysis to viral/Select Agent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AADD"/>
                </a:solidFill>
              </a:rPr>
              <a:t>github.com/Ogak-AI/DBA  ·  Full report: DBA_report.md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